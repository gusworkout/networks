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3090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7352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925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9675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5253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107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393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1280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7443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4991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0593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2A29E-717B-463E-8478-6FBBB2031C52}" type="datetimeFigureOut">
              <a:rPr lang="es-419" smtClean="0"/>
              <a:t>20/9/2025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5CCE4-C819-49EC-86B2-D764F6241F2F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3202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 err="1" smtClean="0"/>
              <a:t>Redireccionamiento</a:t>
            </a:r>
            <a:r>
              <a:rPr lang="es-419" dirty="0" smtClean="0"/>
              <a:t> </a:t>
            </a:r>
            <a:r>
              <a:rPr lang="es-419" dirty="0" err="1" smtClean="0"/>
              <a:t>ip</a:t>
            </a:r>
            <a:r>
              <a:rPr lang="es-419" dirty="0" smtClean="0"/>
              <a:t> y subredes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5405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8871" t="28482" r="20350" b="29375"/>
          <a:stretch/>
        </p:blipFill>
        <p:spPr>
          <a:xfrm>
            <a:off x="300445" y="1397726"/>
            <a:ext cx="11394575" cy="381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8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8368" t="27947" r="26875" b="13839"/>
          <a:stretch/>
        </p:blipFill>
        <p:spPr>
          <a:xfrm>
            <a:off x="1018902" y="836022"/>
            <a:ext cx="10415621" cy="526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4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5949" y="26641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419" sz="8000" b="1" dirty="0" smtClean="0"/>
              <a:t>EJERCICIOS</a:t>
            </a:r>
            <a:endParaRPr lang="es-419" sz="8000" b="1" dirty="0"/>
          </a:p>
        </p:txBody>
      </p:sp>
    </p:spTree>
    <p:extLst>
      <p:ext uri="{BB962C8B-B14F-4D97-AF65-F5344CB8AC3E}">
        <p14:creationId xmlns:p14="http://schemas.microsoft.com/office/powerpoint/2010/main" val="199252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031965" y="352698"/>
            <a:ext cx="7576458" cy="5564777"/>
            <a:chOff x="1031965" y="352698"/>
            <a:chExt cx="7576458" cy="5564777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 rotWithShape="1">
            <a:blip r:embed="rId2"/>
            <a:srcRect l="11079" t="18125" r="30690" b="68304"/>
            <a:stretch/>
          </p:blipFill>
          <p:spPr>
            <a:xfrm>
              <a:off x="1031965" y="352698"/>
              <a:ext cx="7576458" cy="992777"/>
            </a:xfrm>
            <a:prstGeom prst="rect">
              <a:avLst/>
            </a:prstGeom>
          </p:spPr>
        </p:pic>
        <p:pic>
          <p:nvPicPr>
            <p:cNvPr id="3" name="Imagen 2"/>
            <p:cNvPicPr>
              <a:picLocks noChangeAspect="1"/>
            </p:cNvPicPr>
            <p:nvPr/>
          </p:nvPicPr>
          <p:blipFill rotWithShape="1">
            <a:blip r:embed="rId2"/>
            <a:srcRect l="10879" t="33304" r="32096" b="7232"/>
            <a:stretch/>
          </p:blipFill>
          <p:spPr>
            <a:xfrm>
              <a:off x="1110342" y="1567543"/>
              <a:ext cx="7419703" cy="4349932"/>
            </a:xfrm>
            <a:prstGeom prst="rect">
              <a:avLst/>
            </a:prstGeom>
          </p:spPr>
        </p:pic>
        <p:sp>
          <p:nvSpPr>
            <p:cNvPr id="4" name="Rectángulo 3"/>
            <p:cNvSpPr/>
            <p:nvPr/>
          </p:nvSpPr>
          <p:spPr>
            <a:xfrm>
              <a:off x="7053943" y="1567543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7053943" y="2168435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7053943" y="2762796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7053943" y="3272249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7053943" y="3847012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7053943" y="4420143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7060474" y="5031649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7060474" y="5565594"/>
              <a:ext cx="1097280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381819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4467496" y="287383"/>
            <a:ext cx="3317966" cy="5996568"/>
            <a:chOff x="4467496" y="287383"/>
            <a:chExt cx="3317966" cy="5996568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 rotWithShape="1">
            <a:blip r:embed="rId2"/>
            <a:srcRect l="44512" t="17947" r="31694" b="7232"/>
            <a:stretch/>
          </p:blipFill>
          <p:spPr>
            <a:xfrm>
              <a:off x="4467496" y="418010"/>
              <a:ext cx="3317966" cy="5865941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/>
          </p:nvSpPr>
          <p:spPr>
            <a:xfrm>
              <a:off x="6322423" y="287383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4" name="Rectángulo 3"/>
            <p:cNvSpPr/>
            <p:nvPr/>
          </p:nvSpPr>
          <p:spPr>
            <a:xfrm>
              <a:off x="6439988" y="901337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6126479" y="1515291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6133010" y="2129245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6306093" y="2782747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6150971" y="3285667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6126479" y="3919933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6150971" y="4508299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6150971" y="5142565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6150971" y="5776831"/>
              <a:ext cx="97971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223772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o 20"/>
          <p:cNvGrpSpPr/>
          <p:nvPr/>
        </p:nvGrpSpPr>
        <p:grpSpPr>
          <a:xfrm>
            <a:off x="248194" y="195114"/>
            <a:ext cx="11207933" cy="6317416"/>
            <a:chOff x="248194" y="195114"/>
            <a:chExt cx="11207933" cy="6317416"/>
          </a:xfrm>
        </p:grpSpPr>
        <p:grpSp>
          <p:nvGrpSpPr>
            <p:cNvPr id="11" name="Grupo 10"/>
            <p:cNvGrpSpPr/>
            <p:nvPr/>
          </p:nvGrpSpPr>
          <p:grpSpPr>
            <a:xfrm>
              <a:off x="248194" y="982403"/>
              <a:ext cx="10019212" cy="4752656"/>
              <a:chOff x="378823" y="1465729"/>
              <a:chExt cx="10019212" cy="4752656"/>
            </a:xfrm>
          </p:grpSpPr>
          <p:pic>
            <p:nvPicPr>
              <p:cNvPr id="2" name="Imagen 1"/>
              <p:cNvPicPr>
                <a:picLocks noChangeAspect="1"/>
              </p:cNvPicPr>
              <p:nvPr/>
            </p:nvPicPr>
            <p:blipFill rotWithShape="1">
              <a:blip r:embed="rId2"/>
              <a:srcRect l="11481" t="35964" r="26273" b="11517"/>
              <a:stretch/>
            </p:blipFill>
            <p:spPr>
              <a:xfrm>
                <a:off x="378823" y="1465729"/>
                <a:ext cx="10019212" cy="4752656"/>
              </a:xfrm>
              <a:prstGeom prst="rect">
                <a:avLst/>
              </a:prstGeom>
            </p:spPr>
          </p:pic>
          <p:sp>
            <p:nvSpPr>
              <p:cNvPr id="3" name="Rectángulo 2"/>
              <p:cNvSpPr/>
              <p:nvPr/>
            </p:nvSpPr>
            <p:spPr>
              <a:xfrm>
                <a:off x="4833258" y="2272937"/>
                <a:ext cx="953588" cy="470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4" name="Rectángulo 3"/>
              <p:cNvSpPr/>
              <p:nvPr/>
            </p:nvSpPr>
            <p:spPr>
              <a:xfrm>
                <a:off x="4911635" y="3083066"/>
                <a:ext cx="953588" cy="470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5" name="Rectángulo 4"/>
              <p:cNvSpPr/>
              <p:nvPr/>
            </p:nvSpPr>
            <p:spPr>
              <a:xfrm>
                <a:off x="4846321" y="3932616"/>
                <a:ext cx="953588" cy="470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6" name="Rectángulo 5"/>
              <p:cNvSpPr/>
              <p:nvPr/>
            </p:nvSpPr>
            <p:spPr>
              <a:xfrm>
                <a:off x="4911635" y="4749392"/>
                <a:ext cx="953588" cy="470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7" name="Rectángulo 6"/>
              <p:cNvSpPr/>
              <p:nvPr/>
            </p:nvSpPr>
            <p:spPr>
              <a:xfrm>
                <a:off x="4911635" y="5566168"/>
                <a:ext cx="953588" cy="470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</p:grpSp>
        <p:pic>
          <p:nvPicPr>
            <p:cNvPr id="10" name="Imagen 9"/>
            <p:cNvPicPr>
              <a:picLocks noChangeAspect="1"/>
            </p:cNvPicPr>
            <p:nvPr/>
          </p:nvPicPr>
          <p:blipFill rotWithShape="1">
            <a:blip r:embed="rId3"/>
            <a:srcRect l="26323" r="170" b="88437"/>
            <a:stretch/>
          </p:blipFill>
          <p:spPr>
            <a:xfrm>
              <a:off x="2181497" y="195114"/>
              <a:ext cx="7367452" cy="646419"/>
            </a:xfrm>
            <a:prstGeom prst="rect">
              <a:avLst/>
            </a:prstGeom>
          </p:spPr>
        </p:pic>
        <p:grpSp>
          <p:nvGrpSpPr>
            <p:cNvPr id="20" name="Grupo 19"/>
            <p:cNvGrpSpPr/>
            <p:nvPr/>
          </p:nvGrpSpPr>
          <p:grpSpPr>
            <a:xfrm>
              <a:off x="6714310" y="1326575"/>
              <a:ext cx="4741817" cy="5185955"/>
              <a:chOff x="6714310" y="1326575"/>
              <a:chExt cx="4741817" cy="5185955"/>
            </a:xfrm>
          </p:grpSpPr>
          <p:pic>
            <p:nvPicPr>
              <p:cNvPr id="9" name="Imagen 8"/>
              <p:cNvPicPr>
                <a:picLocks noChangeAspect="1"/>
              </p:cNvPicPr>
              <p:nvPr/>
            </p:nvPicPr>
            <p:blipFill rotWithShape="1">
              <a:blip r:embed="rId4"/>
              <a:srcRect l="10980" t="21518" r="52576" b="7589"/>
              <a:stretch/>
            </p:blipFill>
            <p:spPr>
              <a:xfrm>
                <a:off x="6714310" y="1326575"/>
                <a:ext cx="4741817" cy="5185955"/>
              </a:xfrm>
              <a:prstGeom prst="rect">
                <a:avLst/>
              </a:prstGeom>
            </p:spPr>
          </p:pic>
          <p:sp>
            <p:nvSpPr>
              <p:cNvPr id="12" name="Rectángulo 11"/>
              <p:cNvSpPr/>
              <p:nvPr/>
            </p:nvSpPr>
            <p:spPr>
              <a:xfrm>
                <a:off x="10358846" y="1384663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3" name="Rectángulo 12"/>
              <p:cNvSpPr/>
              <p:nvPr/>
            </p:nvSpPr>
            <p:spPr>
              <a:xfrm>
                <a:off x="10391503" y="2050867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4" name="Rectángulo 13"/>
              <p:cNvSpPr/>
              <p:nvPr/>
            </p:nvSpPr>
            <p:spPr>
              <a:xfrm>
                <a:off x="10473151" y="2708547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5" name="Rectángulo 14"/>
              <p:cNvSpPr/>
              <p:nvPr/>
            </p:nvSpPr>
            <p:spPr>
              <a:xfrm>
                <a:off x="10424162" y="3432839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6" name="Rectángulo 15"/>
              <p:cNvSpPr/>
              <p:nvPr/>
            </p:nvSpPr>
            <p:spPr>
              <a:xfrm>
                <a:off x="10368650" y="4736329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7" name="Rectángulo 16"/>
              <p:cNvSpPr/>
              <p:nvPr/>
            </p:nvSpPr>
            <p:spPr>
              <a:xfrm>
                <a:off x="10468252" y="4077699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8" name="Rectángulo 17"/>
              <p:cNvSpPr/>
              <p:nvPr/>
            </p:nvSpPr>
            <p:spPr>
              <a:xfrm>
                <a:off x="10424162" y="5381189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  <p:sp>
            <p:nvSpPr>
              <p:cNvPr id="19" name="Rectángulo 18"/>
              <p:cNvSpPr/>
              <p:nvPr/>
            </p:nvSpPr>
            <p:spPr>
              <a:xfrm>
                <a:off x="10424162" y="6051466"/>
                <a:ext cx="862148" cy="3135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136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5557" t="20268" r="18342" b="58482"/>
          <a:stretch/>
        </p:blipFill>
        <p:spPr>
          <a:xfrm>
            <a:off x="591777" y="79435"/>
            <a:ext cx="10733719" cy="1685109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140824" y="1841242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dirty="0" smtClean="0"/>
              <a:t>177.100.18.4</a:t>
            </a:r>
            <a:endParaRPr lang="es-419" sz="2800" dirty="0"/>
          </a:p>
        </p:txBody>
      </p:sp>
      <p:sp>
        <p:nvSpPr>
          <p:cNvPr id="4" name="Rectángulo 3"/>
          <p:cNvSpPr/>
          <p:nvPr/>
        </p:nvSpPr>
        <p:spPr>
          <a:xfrm>
            <a:off x="1140824" y="2259960"/>
            <a:ext cx="33397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2800" dirty="0" smtClean="0"/>
              <a:t>119.18.45.0 </a:t>
            </a:r>
          </a:p>
          <a:p>
            <a:r>
              <a:rPr lang="es-419" sz="2800" dirty="0" smtClean="0"/>
              <a:t>209.240.80.78 </a:t>
            </a:r>
          </a:p>
          <a:p>
            <a:r>
              <a:rPr lang="es-419" sz="2800" dirty="0" smtClean="0"/>
              <a:t>199.155.77.56 </a:t>
            </a:r>
          </a:p>
          <a:p>
            <a:r>
              <a:rPr lang="es-419" sz="2800" dirty="0" smtClean="0"/>
              <a:t>117.89.56.45 </a:t>
            </a:r>
          </a:p>
          <a:p>
            <a:r>
              <a:rPr lang="es-419" sz="2800" dirty="0" smtClean="0"/>
              <a:t>215.45.45.0 </a:t>
            </a:r>
          </a:p>
          <a:p>
            <a:r>
              <a:rPr lang="es-419" sz="2800" dirty="0" smtClean="0"/>
              <a:t>217.21.56.0 </a:t>
            </a:r>
          </a:p>
          <a:p>
            <a:r>
              <a:rPr lang="es-419" sz="2800" dirty="0" smtClean="0"/>
              <a:t>10.250.1.1 </a:t>
            </a:r>
          </a:p>
          <a:p>
            <a:r>
              <a:rPr lang="es-419" sz="2800" dirty="0" smtClean="0"/>
              <a:t>150.10.15.0 </a:t>
            </a:r>
          </a:p>
          <a:p>
            <a:r>
              <a:rPr lang="es-419" sz="2800" dirty="0" smtClean="0"/>
              <a:t>192.14.2.0 </a:t>
            </a:r>
          </a:p>
          <a:p>
            <a:endParaRPr lang="es-419" sz="2800" dirty="0" smtClean="0"/>
          </a:p>
        </p:txBody>
      </p:sp>
      <p:sp>
        <p:nvSpPr>
          <p:cNvPr id="5" name="Rectángulo 4"/>
          <p:cNvSpPr/>
          <p:nvPr/>
        </p:nvSpPr>
        <p:spPr>
          <a:xfrm>
            <a:off x="6836227" y="1726414"/>
            <a:ext cx="375775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2800" dirty="0" smtClean="0"/>
              <a:t>10.15.123.50 </a:t>
            </a:r>
          </a:p>
          <a:p>
            <a:r>
              <a:rPr lang="es-419" sz="2800" dirty="0" smtClean="0"/>
              <a:t>171.2.199.31 </a:t>
            </a:r>
          </a:p>
          <a:p>
            <a:r>
              <a:rPr lang="es-419" sz="2800" dirty="0" smtClean="0"/>
              <a:t>198.125.87.177 </a:t>
            </a:r>
          </a:p>
          <a:p>
            <a:r>
              <a:rPr lang="es-419" sz="2800" dirty="0" smtClean="0"/>
              <a:t>223.250.200.222 </a:t>
            </a:r>
          </a:p>
          <a:p>
            <a:r>
              <a:rPr lang="es-419" sz="2800" dirty="0" smtClean="0"/>
              <a:t>17.45.222.45 </a:t>
            </a:r>
          </a:p>
          <a:p>
            <a:r>
              <a:rPr lang="es-419" sz="2800" dirty="0" smtClean="0"/>
              <a:t>126.201.54.231 </a:t>
            </a:r>
          </a:p>
          <a:p>
            <a:r>
              <a:rPr lang="es-419" sz="2800" dirty="0" smtClean="0"/>
              <a:t>191.41.35.112</a:t>
            </a:r>
          </a:p>
          <a:p>
            <a:r>
              <a:rPr lang="es-419" sz="2800" dirty="0" smtClean="0"/>
              <a:t>95.0.21.90 </a:t>
            </a:r>
          </a:p>
          <a:p>
            <a:r>
              <a:rPr lang="es-419" sz="2800" dirty="0" smtClean="0"/>
              <a:t>148.17.9.1 </a:t>
            </a:r>
          </a:p>
          <a:p>
            <a:r>
              <a:rPr lang="es-419" sz="2800" dirty="0" smtClean="0"/>
              <a:t>193.42.1.1</a:t>
            </a:r>
          </a:p>
          <a:p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117719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1149529" y="339634"/>
            <a:ext cx="9443465" cy="5995852"/>
            <a:chOff x="1149529" y="339634"/>
            <a:chExt cx="9443465" cy="5995852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 rotWithShape="1">
            <a:blip r:embed="rId2"/>
            <a:srcRect l="11983" t="19196" r="24767" b="9375"/>
            <a:stretch/>
          </p:blipFill>
          <p:spPr>
            <a:xfrm>
              <a:off x="1149529" y="339634"/>
              <a:ext cx="9443465" cy="5995852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/>
          </p:nvSpPr>
          <p:spPr>
            <a:xfrm>
              <a:off x="5199017" y="1841863"/>
              <a:ext cx="3944983" cy="522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4" name="Rectángulo 3"/>
            <p:cNvSpPr/>
            <p:nvPr/>
          </p:nvSpPr>
          <p:spPr>
            <a:xfrm>
              <a:off x="5081451" y="2560320"/>
              <a:ext cx="3944983" cy="522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5081450" y="3278777"/>
              <a:ext cx="3944983" cy="522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5081449" y="4088674"/>
              <a:ext cx="4297681" cy="522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5022666" y="4807131"/>
              <a:ext cx="4062550" cy="522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4963883" y="5597435"/>
              <a:ext cx="4062550" cy="5225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279338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1489165" y="653142"/>
            <a:ext cx="8804303" cy="5773784"/>
            <a:chOff x="1449976" y="705393"/>
            <a:chExt cx="8804303" cy="5773784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 rotWithShape="1">
            <a:blip r:embed="rId2"/>
            <a:srcRect l="11381" t="19911" r="27076" b="8303"/>
            <a:stretch/>
          </p:blipFill>
          <p:spPr>
            <a:xfrm>
              <a:off x="1449976" y="705393"/>
              <a:ext cx="8804303" cy="5773784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/>
          </p:nvSpPr>
          <p:spPr>
            <a:xfrm>
              <a:off x="5159829" y="731520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4" name="Rectángulo 3"/>
            <p:cNvSpPr/>
            <p:nvPr/>
          </p:nvSpPr>
          <p:spPr>
            <a:xfrm>
              <a:off x="5159829" y="1423851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5159829" y="2129245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5159829" y="2834639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5159829" y="3592285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5159829" y="4349931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5159829" y="5029199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5159829" y="5421085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5159829" y="5812971"/>
              <a:ext cx="4362994" cy="391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</p:spTree>
    <p:extLst>
      <p:ext uri="{BB962C8B-B14F-4D97-AF65-F5344CB8AC3E}">
        <p14:creationId xmlns:p14="http://schemas.microsoft.com/office/powerpoint/2010/main" val="1962251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</Words>
  <Application>Microsoft Office PowerPoint</Application>
  <PresentationFormat>Panorámica</PresentationFormat>
  <Paragraphs>22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Redireccionamiento ip y subredes</vt:lpstr>
      <vt:lpstr>Presentación de PowerPoint</vt:lpstr>
      <vt:lpstr>Presentación de PowerPoint</vt:lpstr>
      <vt:lpstr>EJERCICIOS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Redireccionamiento ip y subredes</dc:title>
  <dc:creator>Gustavo Ochoa</dc:creator>
  <cp:lastModifiedBy>Gustavo Ochoa</cp:lastModifiedBy>
  <cp:revision>4</cp:revision>
  <dcterms:created xsi:type="dcterms:W3CDTF">2025-09-20T14:49:15Z</dcterms:created>
  <dcterms:modified xsi:type="dcterms:W3CDTF">2025-09-20T15:15:14Z</dcterms:modified>
</cp:coreProperties>
</file>